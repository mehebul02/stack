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sldIdLst>
    <p:sldId id="256" r:id="rId2"/>
    <p:sldId id="280" r:id="rId3"/>
    <p:sldId id="279" r:id="rId4"/>
    <p:sldId id="257" r:id="rId5"/>
    <p:sldId id="258" r:id="rId6"/>
    <p:sldId id="278" r:id="rId7"/>
    <p:sldId id="259" r:id="rId8"/>
    <p:sldId id="260" r:id="rId9"/>
    <p:sldId id="277" r:id="rId10"/>
    <p:sldId id="261" r:id="rId11"/>
    <p:sldId id="281" r:id="rId12"/>
    <p:sldId id="283" r:id="rId13"/>
    <p:sldId id="276" r:id="rId14"/>
    <p:sldId id="282" r:id="rId15"/>
    <p:sldId id="284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outlineViewPr>
    <p:cViewPr>
      <p:scale>
        <a:sx n="33" d="100"/>
        <a:sy n="33" d="100"/>
      </p:scale>
      <p:origin x="0" y="-25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0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2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6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6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10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1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0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8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5D477-2B5F-4264-9296-EF2B9048ED7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Array%20-%201%20(assign%20value)/Array%20-%201%20(assign%20value).cb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rray-%20Elements/main.c" TargetMode="External"/><Relationship Id="rId2" Type="http://schemas.openxmlformats.org/officeDocument/2006/relationships/hyperlink" Target="Array-2%20(Input%20from%20KB)/main.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hyperlink" Target="Array%20initialization/main.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rray-4%20(Sorting)/Array-4%20(Sorting).cbp" TargetMode="External"/><Relationship Id="rId2" Type="http://schemas.openxmlformats.org/officeDocument/2006/relationships/hyperlink" Target="Array-3%20(Find%20biggest%20number)/Array-3%20(Find%20biggest%20number).cb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2574" y="2514600"/>
            <a:ext cx="9512039" cy="2262781"/>
          </a:xfrm>
        </p:spPr>
        <p:txBody>
          <a:bodyPr/>
          <a:lstStyle/>
          <a:p>
            <a:pPr algn="r"/>
            <a:r>
              <a:rPr lang="en-US" b="1" dirty="0" smtClean="0"/>
              <a:t>Exploring Array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6592" y="2818109"/>
            <a:ext cx="9144000" cy="1655763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415250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How to store math marks for all Students?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3467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Suppose we have 10 students.</a:t>
            </a:r>
          </a:p>
          <a:p>
            <a:endParaRPr lang="en-US" dirty="0" smtClean="0"/>
          </a:p>
          <a:p>
            <a:r>
              <a:rPr lang="en-US" dirty="0" smtClean="0"/>
              <a:t>So, we have to keep in mind two things-</a:t>
            </a:r>
            <a:endParaRPr lang="en-US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 smtClean="0"/>
              <a:t>Roll of a student</a:t>
            </a:r>
          </a:p>
          <a:p>
            <a:pPr marL="971539" lvl="1" indent="-514350">
              <a:buFont typeface="+mj-lt"/>
              <a:buAutoNum type="arabicPeriod"/>
            </a:pPr>
            <a:r>
              <a:rPr lang="en-US" sz="2800" dirty="0" smtClean="0"/>
              <a:t>Mark of that student</a:t>
            </a:r>
          </a:p>
          <a:p>
            <a:endParaRPr lang="en-US" sz="3200" dirty="0" smtClean="0"/>
          </a:p>
          <a:p>
            <a:r>
              <a:rPr lang="en-US" sz="3200" dirty="0" smtClean="0"/>
              <a:t>So, we need </a:t>
            </a:r>
            <a:r>
              <a:rPr lang="en-US" sz="3200" dirty="0" smtClean="0"/>
              <a:t>10 </a:t>
            </a:r>
            <a:r>
              <a:rPr lang="en-US" sz="3200" dirty="0" smtClean="0"/>
              <a:t>variable to store marks – </a:t>
            </a:r>
          </a:p>
          <a:p>
            <a:pPr marL="0" indent="0">
              <a:buNone/>
            </a:pPr>
            <a:r>
              <a:rPr lang="en-US" sz="32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i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roll_1, roll_2,........., roll_10</a:t>
            </a:r>
          </a:p>
          <a:p>
            <a:endParaRPr lang="en-US" sz="3200" dirty="0"/>
          </a:p>
          <a:p>
            <a:r>
              <a:rPr lang="en-US" sz="3200" dirty="0" smtClean="0"/>
              <a:t>What will happen if we have 100 students? [example]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344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Types of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86" y="1610438"/>
            <a:ext cx="8142514" cy="2729333"/>
          </a:xfrm>
        </p:spPr>
        <p:txBody>
          <a:bodyPr>
            <a:noAutofit/>
          </a:bodyPr>
          <a:lstStyle/>
          <a:p>
            <a:r>
              <a:rPr lang="en-US" dirty="0" smtClean="0"/>
              <a:t>One dimensional Array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Multi dimensional Array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1569" r="5712"/>
          <a:stretch/>
        </p:blipFill>
        <p:spPr>
          <a:xfrm>
            <a:off x="5448300" y="5039080"/>
            <a:ext cx="5988958" cy="12828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24733" b="67014"/>
          <a:stretch/>
        </p:blipFill>
        <p:spPr>
          <a:xfrm>
            <a:off x="6493328" y="1437628"/>
            <a:ext cx="4259801" cy="98107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28304" r="17496" b="34301"/>
          <a:stretch/>
        </p:blipFill>
        <p:spPr>
          <a:xfrm>
            <a:off x="6493328" y="3645117"/>
            <a:ext cx="4348843" cy="103584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538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4" y="1610438"/>
            <a:ext cx="9900110" cy="4361738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In C, a one dimensional array is </a:t>
            </a:r>
            <a:r>
              <a:rPr lang="en-US" sz="3200" dirty="0">
                <a:solidFill>
                  <a:srgbClr val="FF0000"/>
                </a:solidFill>
              </a:rPr>
              <a:t>a list of variables</a:t>
            </a:r>
            <a:r>
              <a:rPr lang="en-US" sz="3200" dirty="0"/>
              <a:t> that are </a:t>
            </a:r>
            <a:r>
              <a:rPr lang="en-US" sz="3200" dirty="0">
                <a:solidFill>
                  <a:srgbClr val="FF0000"/>
                </a:solidFill>
              </a:rPr>
              <a:t>all of the same type </a:t>
            </a:r>
            <a:r>
              <a:rPr lang="en-US" sz="3200" dirty="0"/>
              <a:t>and are </a:t>
            </a:r>
            <a:r>
              <a:rPr lang="en-US" sz="3200" dirty="0">
                <a:solidFill>
                  <a:srgbClr val="FF0000"/>
                </a:solidFill>
              </a:rPr>
              <a:t>accessed through a common name.</a:t>
            </a:r>
          </a:p>
          <a:p>
            <a:pPr>
              <a:spcAft>
                <a:spcPts val="1200"/>
              </a:spcAft>
            </a:pP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/>
              <a:t>An individual variable in the array is called an array element.</a:t>
            </a:r>
          </a:p>
          <a:p>
            <a:r>
              <a:rPr lang="en-US" sz="3200" dirty="0"/>
              <a:t>It is useful to handle groups of related data.</a:t>
            </a: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313499" y="2084269"/>
            <a:ext cx="28346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069416" y="2548643"/>
            <a:ext cx="32918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6755716" y="2548643"/>
            <a:ext cx="47548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97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Dimensional Array….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6478" y="1404638"/>
            <a:ext cx="10195031" cy="5076967"/>
          </a:xfrm>
        </p:spPr>
        <p:txBody>
          <a:bodyPr>
            <a:normAutofit/>
          </a:bodyPr>
          <a:lstStyle/>
          <a:p>
            <a:r>
              <a:rPr lang="en-US" dirty="0"/>
              <a:t>General form-</a:t>
            </a:r>
          </a:p>
          <a:p>
            <a:endParaRPr lang="en-US" dirty="0"/>
          </a:p>
          <a:p>
            <a:endParaRPr lang="en-US" dirty="0"/>
          </a:p>
          <a:p>
            <a:pPr marL="1428715" lvl="4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type</a:t>
            </a:r>
            <a:r>
              <a:rPr lang="en-US" sz="2800" dirty="0"/>
              <a:t> is a valid C data type.</a:t>
            </a:r>
          </a:p>
          <a:p>
            <a:pPr marL="1428715" lvl="4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var_name</a:t>
            </a:r>
            <a:r>
              <a:rPr lang="en-US" sz="2800" dirty="0"/>
              <a:t> is the name of the array</a:t>
            </a:r>
          </a:p>
          <a:p>
            <a:pPr marL="1428715" lvl="4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size</a:t>
            </a:r>
            <a:r>
              <a:rPr lang="en-US" sz="2800" dirty="0"/>
              <a:t> specifies the number of elements in the </a:t>
            </a:r>
            <a:r>
              <a:rPr lang="en-US" sz="2800" dirty="0" smtClean="0"/>
              <a:t>array</a:t>
            </a:r>
          </a:p>
          <a:p>
            <a:pPr marL="457200" lvl="4" indent="-457200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158446" y="1975456"/>
            <a:ext cx="3371851" cy="5572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49" lvl="2"/>
            <a:r>
              <a:rPr lang="en-US" sz="2800" dirty="0">
                <a:solidFill>
                  <a:schemeClr val="tx1"/>
                </a:solidFill>
              </a:rPr>
              <a:t>type var_name[size]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24733" b="72208"/>
          <a:stretch/>
        </p:blipFill>
        <p:spPr>
          <a:xfrm>
            <a:off x="3818839" y="4725472"/>
            <a:ext cx="4259801" cy="8266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077226" y="6050228"/>
            <a:ext cx="1276710" cy="5667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Type 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374355" y="6050228"/>
            <a:ext cx="2017486" cy="5667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Array name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412260" y="6050228"/>
            <a:ext cx="2487969" cy="8077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Size – can hold 100 elements 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715581" y="5297714"/>
            <a:ext cx="638355" cy="75251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948739" y="5243513"/>
            <a:ext cx="263375" cy="806715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053943" y="5216412"/>
            <a:ext cx="1551958" cy="833816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0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Dimensional Array….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 marL="342891" lvl="2" indent="-342891">
              <a:spcAft>
                <a:spcPts val="1200"/>
              </a:spcAft>
            </a:pPr>
            <a:r>
              <a:rPr lang="en-US" sz="2800" dirty="0" smtClean="0"/>
              <a:t>An array </a:t>
            </a:r>
            <a:r>
              <a:rPr lang="en-US" sz="2800" dirty="0" smtClean="0">
                <a:solidFill>
                  <a:srgbClr val="FF0000"/>
                </a:solidFill>
              </a:rPr>
              <a:t>element is accessed</a:t>
            </a:r>
            <a:r>
              <a:rPr lang="en-US" sz="2800" dirty="0" smtClean="0"/>
              <a:t> by indexing the array using the </a:t>
            </a:r>
            <a:r>
              <a:rPr lang="en-US" sz="2800" dirty="0" smtClean="0">
                <a:solidFill>
                  <a:srgbClr val="FF0000"/>
                </a:solidFill>
              </a:rPr>
              <a:t>number of the element</a:t>
            </a:r>
            <a:r>
              <a:rPr lang="en-US" sz="2800" dirty="0" smtClean="0"/>
              <a:t>.</a:t>
            </a:r>
          </a:p>
          <a:p>
            <a:r>
              <a:rPr lang="en-US" dirty="0" smtClean="0"/>
              <a:t>In C, all arrays begin at zero.</a:t>
            </a:r>
          </a:p>
          <a:p>
            <a:pPr>
              <a:spcAft>
                <a:spcPts val="1200"/>
              </a:spcAft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971" y="4001179"/>
            <a:ext cx="6310477" cy="22875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7" y="4752427"/>
            <a:ext cx="4237038" cy="111007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505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Dimensional Array….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775" y="3657601"/>
            <a:ext cx="6089339" cy="30628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7310" t="15997" r="55314" b="34003"/>
          <a:stretch/>
        </p:blipFill>
        <p:spPr>
          <a:xfrm>
            <a:off x="447785" y="1122672"/>
            <a:ext cx="5459260" cy="56056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055893" y="1651379"/>
            <a:ext cx="4449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4" action="ppaction://hlinkfile"/>
              </a:rPr>
              <a:t>Array - 1 (assign value)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006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Array…. Input from KB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algn="r"/>
            <a:r>
              <a:rPr lang="en-US" sz="3200" dirty="0" smtClean="0">
                <a:hlinkClick r:id="rId2" action="ppaction://hlinkfile"/>
              </a:rPr>
              <a:t>Array-2 </a:t>
            </a:r>
            <a:r>
              <a:rPr lang="en-US" sz="3200" dirty="0">
                <a:hlinkClick r:id="rId2" action="ppaction://hlinkfile"/>
              </a:rPr>
              <a:t>(Input </a:t>
            </a:r>
            <a:r>
              <a:rPr lang="en-US" sz="3200" dirty="0" smtClean="0">
                <a:hlinkClick r:id="rId2" action="ppaction://hlinkfile"/>
              </a:rPr>
              <a:t>from </a:t>
            </a:r>
            <a:r>
              <a:rPr lang="en-US" sz="3200" dirty="0">
                <a:hlinkClick r:id="rId2" action="ppaction://hlinkfile"/>
              </a:rPr>
              <a:t>KB</a:t>
            </a:r>
            <a:r>
              <a:rPr lang="en-US" sz="3200" dirty="0" smtClean="0">
                <a:hlinkClick r:id="rId2" action="ppaction://hlinkfile"/>
              </a:rPr>
              <a:t>)</a:t>
            </a:r>
            <a:endParaRPr lang="en-US" sz="3200" dirty="0" smtClean="0"/>
          </a:p>
          <a:p>
            <a:pPr algn="r"/>
            <a:endParaRPr lang="en-US" sz="3200" dirty="0"/>
          </a:p>
          <a:p>
            <a:pPr algn="r"/>
            <a:r>
              <a:rPr lang="en-US" sz="3200" dirty="0" smtClean="0">
                <a:hlinkClick r:id="rId3" action="ppaction://hlinkfile"/>
              </a:rPr>
              <a:t>Single element access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9616" t="15066" r="45560" b="22808"/>
          <a:stretch/>
        </p:blipFill>
        <p:spPr>
          <a:xfrm>
            <a:off x="846162" y="1105469"/>
            <a:ext cx="5663820" cy="56900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02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Initialize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4" y="1468437"/>
            <a:ext cx="4562475" cy="524668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u="sng" dirty="0" smtClean="0"/>
              <a:t>Variable Initialization</a:t>
            </a:r>
            <a:endParaRPr lang="en-US" u="sng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70384" y="1468437"/>
            <a:ext cx="6088229" cy="52466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u="sng" dirty="0" smtClean="0">
                <a:hlinkClick r:id="rId2" action="ppaction://hlinkfile"/>
              </a:rPr>
              <a:t>Array Initialization</a:t>
            </a:r>
            <a:endParaRPr lang="en-US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28" y="2252663"/>
            <a:ext cx="3025939" cy="7762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09" y="3802626"/>
            <a:ext cx="3381375" cy="21388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044" y="2252663"/>
            <a:ext cx="5614212" cy="10334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044" y="3776203"/>
            <a:ext cx="5632664" cy="17959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719" y="3776203"/>
            <a:ext cx="7099973" cy="19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8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aware!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r>
              <a:rPr lang="en-US" sz="3200" dirty="0"/>
              <a:t>Bounds checking</a:t>
            </a:r>
          </a:p>
          <a:p>
            <a:r>
              <a:rPr lang="en-US" sz="3200" dirty="0"/>
              <a:t>Assign one entire to </a:t>
            </a:r>
            <a:r>
              <a:rPr lang="en-US" sz="3200" dirty="0" smtClean="0"/>
              <a:t>another</a:t>
            </a:r>
          </a:p>
          <a:p>
            <a:r>
              <a:rPr lang="en-US" sz="3200" dirty="0" smtClean="0"/>
              <a:t>Single element access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6869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1881" y="818866"/>
            <a:ext cx="6919415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</a:t>
            </a:r>
            <a:r>
              <a:rPr lang="en-US" sz="2800" b="1" dirty="0" smtClean="0"/>
              <a:t>Assignment 1</a:t>
            </a:r>
          </a:p>
          <a:p>
            <a:endParaRPr lang="en-US" dirty="0" smtClean="0"/>
          </a:p>
          <a:p>
            <a:r>
              <a:rPr lang="en-US" dirty="0" smtClean="0"/>
              <a:t>Write a C program that will find the largest number among 10 user given numbers of any data types.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           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</a:t>
            </a:r>
            <a:r>
              <a:rPr lang="en-US" sz="2800" b="1" dirty="0" smtClean="0"/>
              <a:t>Assignment 2</a:t>
            </a:r>
          </a:p>
          <a:p>
            <a:r>
              <a:rPr lang="en-US" dirty="0" smtClean="0"/>
              <a:t>Find out the output of the following program.</a:t>
            </a:r>
          </a:p>
          <a:p>
            <a:endParaRPr lang="en-US" dirty="0"/>
          </a:p>
          <a:p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main(){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a[8]={5,2,3,1,4,5,2},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/>
              <a:t> </a:t>
            </a:r>
            <a:r>
              <a:rPr lang="en-US" dirty="0" smtClean="0"/>
              <a:t>   for(</a:t>
            </a:r>
            <a:r>
              <a:rPr lang="en-US" dirty="0" err="1" smtClean="0"/>
              <a:t>i</a:t>
            </a:r>
            <a:r>
              <a:rPr lang="en-US" dirty="0" smtClean="0"/>
              <a:t>=0;i&lt;8;i++){</a:t>
            </a:r>
          </a:p>
          <a:p>
            <a:r>
              <a:rPr lang="en-US" dirty="0"/>
              <a:t> </a:t>
            </a:r>
            <a:r>
              <a:rPr lang="en-US" dirty="0" smtClean="0"/>
              <a:t>           if(a[</a:t>
            </a:r>
            <a:r>
              <a:rPr lang="en-US" dirty="0" err="1" smtClean="0"/>
              <a:t>i</a:t>
            </a:r>
            <a:r>
              <a:rPr lang="en-US" dirty="0" smtClean="0"/>
              <a:t>]%2==1)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</a:t>
            </a:r>
            <a:r>
              <a:rPr lang="en-US" dirty="0" err="1" smtClean="0"/>
              <a:t>printf</a:t>
            </a:r>
            <a:r>
              <a:rPr lang="en-US" dirty="0" smtClean="0"/>
              <a:t>(“%d ”,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/>
              <a:t> </a:t>
            </a:r>
            <a:r>
              <a:rPr lang="en-US" dirty="0" smtClean="0"/>
              <a:t>   }</a:t>
            </a:r>
            <a:endParaRPr lang="en-US" dirty="0"/>
          </a:p>
          <a:p>
            <a:r>
              <a:rPr lang="en-US" dirty="0" smtClean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7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175" y="1119117"/>
            <a:ext cx="75608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</a:t>
            </a:r>
            <a:r>
              <a:rPr lang="en-US" b="1" dirty="0" smtClean="0"/>
              <a:t>Array Dimension</a:t>
            </a:r>
          </a:p>
          <a:p>
            <a:endParaRPr lang="en-US" dirty="0" smtClean="0"/>
          </a:p>
          <a:p>
            <a:r>
              <a:rPr lang="en-US" dirty="0" smtClean="0"/>
              <a:t>One dimensional array consists of only one dimension(row). E.g. </a:t>
            </a:r>
            <a:r>
              <a:rPr lang="en-US" dirty="0" err="1" smtClean="0"/>
              <a:t>int</a:t>
            </a:r>
            <a:r>
              <a:rPr lang="en-US" dirty="0" smtClean="0"/>
              <a:t> a[10];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Multidimensional array </a:t>
            </a:r>
            <a:r>
              <a:rPr lang="en-US" dirty="0" smtClean="0"/>
              <a:t>consists of </a:t>
            </a:r>
            <a:r>
              <a:rPr lang="en-US" b="1" dirty="0" smtClean="0">
                <a:solidFill>
                  <a:srgbClr val="FF0000"/>
                </a:solidFill>
              </a:rPr>
              <a:t>more than</a:t>
            </a:r>
            <a:r>
              <a:rPr lang="en-US" dirty="0" smtClean="0"/>
              <a:t> one dimension.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: </a:t>
            </a:r>
            <a:r>
              <a:rPr lang="en-US" dirty="0" err="1" smtClean="0"/>
              <a:t>int</a:t>
            </a:r>
            <a:r>
              <a:rPr lang="en-US" dirty="0" smtClean="0"/>
              <a:t> a[5][2];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int</a:t>
            </a:r>
            <a:r>
              <a:rPr lang="en-US" dirty="0" smtClean="0"/>
              <a:t> a[5][3][2];</a:t>
            </a:r>
          </a:p>
          <a:p>
            <a:endParaRPr lang="en-US" dirty="0"/>
          </a:p>
        </p:txBody>
      </p:sp>
      <p:pic>
        <p:nvPicPr>
          <p:cNvPr id="3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253" y="2104140"/>
            <a:ext cx="3312698" cy="120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1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Two –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0965" y="1690690"/>
            <a:ext cx="7281102" cy="303634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A two dimensional array is an array of one dimensional arrays and most easily thought of in row, column format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Syntax: </a:t>
            </a:r>
            <a:r>
              <a:rPr lang="en-US" sz="3200" dirty="0" err="1" smtClean="0"/>
              <a:t>data_type</a:t>
            </a:r>
            <a:r>
              <a:rPr lang="en-US" sz="3200" dirty="0" smtClean="0"/>
              <a:t> name[row][column];</a:t>
            </a:r>
          </a:p>
          <a:p>
            <a:pPr marL="0" indent="0">
              <a:buNone/>
            </a:pPr>
            <a:r>
              <a:rPr lang="en-US" sz="3200" dirty="0" smtClean="0"/>
              <a:t>  </a:t>
            </a:r>
            <a:endParaRPr lang="en-US" sz="3200" dirty="0"/>
          </a:p>
          <a:p>
            <a:pPr marL="457189" lvl="1" indent="0">
              <a:buNone/>
            </a:pPr>
            <a:endParaRPr lang="en-US" sz="32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45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8549" y="1187354"/>
            <a:ext cx="644174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</a:t>
            </a:r>
            <a:r>
              <a:rPr lang="en-US" sz="2800" b="1" dirty="0" err="1" smtClean="0"/>
              <a:t>nt</a:t>
            </a:r>
            <a:r>
              <a:rPr lang="en-US" sz="2800" b="1" dirty="0" smtClean="0"/>
              <a:t> x[3][3];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2" descr="https://media.geeksforgeeks.org/wp-content/uploads/two-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549" y="2292485"/>
            <a:ext cx="5766823" cy="219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88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6912" y="1160060"/>
            <a:ext cx="7178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</a:t>
            </a:r>
            <a:r>
              <a:rPr lang="en-US" b="1" dirty="0" smtClean="0"/>
              <a:t>2-D Array Initialization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Like 1-D array</a:t>
            </a:r>
          </a:p>
          <a:p>
            <a:r>
              <a:rPr lang="en-US" b="1" dirty="0" smtClean="0"/>
              <a:t>             </a:t>
            </a:r>
          </a:p>
          <a:p>
            <a:endParaRPr lang="en-US" b="1" dirty="0" smtClean="0"/>
          </a:p>
          <a:p>
            <a:endParaRPr lang="en-US" b="1" dirty="0"/>
          </a:p>
          <a:p>
            <a:pPr marL="342900" indent="-342900">
              <a:buAutoNum type="arabicPeriod" startAt="2"/>
            </a:pPr>
            <a:r>
              <a:rPr lang="en-US" b="1" dirty="0" smtClean="0"/>
              <a:t>Another approach (Row wise)</a:t>
            </a:r>
          </a:p>
          <a:p>
            <a:pPr marL="342900" indent="-342900">
              <a:buAutoNum type="arabicPeriod" startAt="2"/>
            </a:pPr>
            <a:endParaRPr lang="en-US" b="1" dirty="0"/>
          </a:p>
          <a:p>
            <a:pPr marL="342900" indent="-342900">
              <a:buAutoNum type="arabicPeriod" startAt="2"/>
            </a:pPr>
            <a:endParaRPr lang="en-US" b="1" dirty="0" smtClean="0"/>
          </a:p>
          <a:p>
            <a:endParaRPr lang="en-US" b="1" dirty="0" smtClean="0"/>
          </a:p>
          <a:p>
            <a:r>
              <a:rPr lang="en-US" b="1" dirty="0"/>
              <a:t> </a:t>
            </a:r>
            <a:r>
              <a:rPr lang="en-US" b="1" dirty="0" smtClean="0"/>
              <a:t>              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452761" y="1852557"/>
            <a:ext cx="480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x[3][4] = {0, 1 ,2 ,3 ,4 , 5 , 6 , 7 , 8 , 9 , 10 , 11}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9868" y="3075968"/>
            <a:ext cx="4807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x[3][4] = {{0,1,2,3}, {4,5,6,7}, {8,9,10,11}};</a:t>
            </a:r>
          </a:p>
        </p:txBody>
      </p:sp>
    </p:spTree>
    <p:extLst>
      <p:ext uri="{BB962C8B-B14F-4D97-AF65-F5344CB8AC3E}">
        <p14:creationId xmlns:p14="http://schemas.microsoft.com/office/powerpoint/2010/main" val="202945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 action="ppaction://hlinkfile"/>
              </a:rPr>
              <a:t>Array-3 (Find biggest number)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>
                <a:hlinkClick r:id="rId3" action="ppaction://hlinkfile"/>
              </a:rPr>
              <a:t>Array-4 (Sorting)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0359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1544</TotalTime>
  <Words>449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Adobe Gothic Std B</vt:lpstr>
      <vt:lpstr>Arial</vt:lpstr>
      <vt:lpstr>Calibri</vt:lpstr>
      <vt:lpstr>Calibri Light</vt:lpstr>
      <vt:lpstr>Courier New</vt:lpstr>
      <vt:lpstr>Wingdings</vt:lpstr>
      <vt:lpstr>Office Theme</vt:lpstr>
      <vt:lpstr>Exploring Array </vt:lpstr>
      <vt:lpstr>How to store math marks for all Students?</vt:lpstr>
      <vt:lpstr>Types of Array</vt:lpstr>
      <vt:lpstr>One Dimensional Array</vt:lpstr>
      <vt:lpstr>One Dimensional Array….</vt:lpstr>
      <vt:lpstr>One Dimensional Array….</vt:lpstr>
      <vt:lpstr>One Dimensional Array….</vt:lpstr>
      <vt:lpstr>Array…. Input from KB</vt:lpstr>
      <vt:lpstr>Initialize Arrays</vt:lpstr>
      <vt:lpstr>Be aware! </vt:lpstr>
      <vt:lpstr>PowerPoint Presentation</vt:lpstr>
      <vt:lpstr>PowerPoint Presentation</vt:lpstr>
      <vt:lpstr>Two – Dimensional Array</vt:lpstr>
      <vt:lpstr>PowerPoint Presentation</vt:lpstr>
      <vt:lpstr>PowerPoint Presentation</vt:lpstr>
      <vt:lpstr>Examples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Array and Strings</dc:title>
  <dc:creator>T-T</dc:creator>
  <cp:lastModifiedBy>Nahid siddique</cp:lastModifiedBy>
  <cp:revision>68</cp:revision>
  <dcterms:created xsi:type="dcterms:W3CDTF">2013-07-19T15:31:12Z</dcterms:created>
  <dcterms:modified xsi:type="dcterms:W3CDTF">2021-03-13T04:50:39Z</dcterms:modified>
</cp:coreProperties>
</file>